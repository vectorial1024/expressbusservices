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0C58A7D-B5D1-4DCD-AAF4-56C33FD6D954}" v="2" dt="2026-07-02T13:19:09.75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>
        <p:scale>
          <a:sx n="50" d="100"/>
          <a:sy n="50" d="100"/>
        </p:scale>
        <p:origin x="1891" y="10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incent Wong" userId="53bf0ec3be892de2" providerId="LiveId" clId="{AA280CCD-9A37-4036-B579-4893E3256BFA}"/>
    <pc:docChg chg="modSld">
      <pc:chgData name="Vincent Wong" userId="53bf0ec3be892de2" providerId="LiveId" clId="{AA280CCD-9A37-4036-B579-4893E3256BFA}" dt="2026-07-02T13:19:09.747" v="1"/>
      <pc:docMkLst>
        <pc:docMk/>
      </pc:docMkLst>
      <pc:sldChg chg="modAnim">
        <pc:chgData name="Vincent Wong" userId="53bf0ec3be892de2" providerId="LiveId" clId="{AA280CCD-9A37-4036-B579-4893E3256BFA}" dt="2026-07-02T13:19:09.747" v="1"/>
        <pc:sldMkLst>
          <pc:docMk/>
          <pc:sldMk cId="2453880144" sldId="257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6BAF2E-84D4-4D23-B63B-EB029F94CD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H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7BA4EA0-721E-4A81-BE96-3207A229F7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H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F239CE-759F-4466-801B-F467E0799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5296B4-54F5-4C95-842A-5037F717EE0B}" type="datetimeFigureOut">
              <a:rPr lang="en-HK" smtClean="0"/>
              <a:t>2/7/2026</a:t>
            </a:fld>
            <a:endParaRPr lang="en-H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14F3B5-223A-483B-AD07-6FE83F5477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DC8E4D-2D8B-4366-A2DF-74E8B14D3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0528F2-B601-4B7B-9C84-B2949059D25B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5999876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CBF5D2-42FF-4F3D-9C34-96ABF1DCE0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H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F29B34-33FB-4CAB-89EE-036C447169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H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387EE6-3215-4CDD-A57A-A795054AB8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5296B4-54F5-4C95-842A-5037F717EE0B}" type="datetimeFigureOut">
              <a:rPr lang="en-HK" smtClean="0"/>
              <a:t>2/7/2026</a:t>
            </a:fld>
            <a:endParaRPr lang="en-H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EDBB6D-1653-43DC-AF51-A360185403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C4B974-065A-4AA7-B639-3303B90D89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0528F2-B601-4B7B-9C84-B2949059D25B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26501635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7AA182-F568-43D4-9E1B-F4C42DD0DB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H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14E881-5C83-4A15-927C-BB072DA67A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9F7FBF-EE4E-44F0-8C30-A075411D6C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5296B4-54F5-4C95-842A-5037F717EE0B}" type="datetimeFigureOut">
              <a:rPr lang="en-HK" smtClean="0"/>
              <a:t>2/7/2026</a:t>
            </a:fld>
            <a:endParaRPr lang="en-H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952C69-3813-4C7F-B71A-6A8A3D9682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82FDA7-7841-47EF-81A5-68C59C4CD8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0528F2-B601-4B7B-9C84-B2949059D25B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7410007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C20225-A57E-4F6D-B578-DC5D0312B6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H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7CBCCD-6C06-45E4-BCD3-2EFF19E855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H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6ECA7E-B0B1-4D4C-8164-305377FF61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H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A59554-ABA4-4CB0-A430-F91DE3EAC0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5296B4-54F5-4C95-842A-5037F717EE0B}" type="datetimeFigureOut">
              <a:rPr lang="en-HK" smtClean="0"/>
              <a:t>2/7/2026</a:t>
            </a:fld>
            <a:endParaRPr lang="en-H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BE9C87-8E6D-42BE-A3D4-95DD03403B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B17EF9-238E-400C-AF02-E53A168F0A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0528F2-B601-4B7B-9C84-B2949059D25B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28845462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AB3DDD-2BD5-4612-9012-79CE714303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H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149BBF-3044-4132-B295-C6B1041055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024F42-DD1B-415C-B050-0C7A4618E6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H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AE1D4D4-2A13-4BB6-8137-5DBE5CE5733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C50C46D-03D5-4D8F-B6E3-49966377DF4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H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B651B98-A21A-4AF8-8E45-B7B21A268F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5296B4-54F5-4C95-842A-5037F717EE0B}" type="datetimeFigureOut">
              <a:rPr lang="en-HK" smtClean="0"/>
              <a:t>2/7/2026</a:t>
            </a:fld>
            <a:endParaRPr lang="en-H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DC056C7-FAF0-4D6B-A699-896AE6C548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E31094D-DCBF-49DF-AF00-A39E15790D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0528F2-B601-4B7B-9C84-B2949059D25B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38012611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3CAF71-6597-4B4A-BAFA-784CCF3F03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H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576185F-BB2C-4B5E-9633-71EEDB7400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5296B4-54F5-4C95-842A-5037F717EE0B}" type="datetimeFigureOut">
              <a:rPr lang="en-HK" smtClean="0"/>
              <a:t>2/7/2026</a:t>
            </a:fld>
            <a:endParaRPr lang="en-H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EDE06E1-D123-4C65-8596-78786A0CEB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E7EB355-2FEB-469E-BFB2-E2458B7BE7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0528F2-B601-4B7B-9C84-B2949059D25B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9470791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01D1FD4-CD17-40E8-B511-73CD3E3584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5296B4-54F5-4C95-842A-5037F717EE0B}" type="datetimeFigureOut">
              <a:rPr lang="en-HK" smtClean="0"/>
              <a:t>2/7/2026</a:t>
            </a:fld>
            <a:endParaRPr lang="en-H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0BBC662-4EFF-4FC8-9B2D-926369614A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AEB40D-587B-418A-B751-586C11922F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0528F2-B601-4B7B-9C84-B2949059D25B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840267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B6FE08-6CFE-4234-BB53-5137219C01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H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44969B-92CA-46C7-A4EE-32F7546D57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H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F11875-3276-4DD4-9C52-52E976EAF1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8C941E-0046-4C2E-9D03-6936CF2CAF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5296B4-54F5-4C95-842A-5037F717EE0B}" type="datetimeFigureOut">
              <a:rPr lang="en-HK" smtClean="0"/>
              <a:t>2/7/2026</a:t>
            </a:fld>
            <a:endParaRPr lang="en-H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8D3F73-6A6F-46D0-9517-4A5366B89B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7D2EE9-B8F8-4499-8983-630C718972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0528F2-B601-4B7B-9C84-B2949059D25B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6309211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9083A1-4197-4465-9A03-81D5A4D83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H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0EE9D47-8030-4B0E-8F58-4F5FF422720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H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3FD629-D46F-47F1-8495-8F664C4073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9599A5-EE82-4AA8-9C80-E5E167A63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5296B4-54F5-4C95-842A-5037F717EE0B}" type="datetimeFigureOut">
              <a:rPr lang="en-HK" smtClean="0"/>
              <a:t>2/7/2026</a:t>
            </a:fld>
            <a:endParaRPr lang="en-H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2EEC61-84E3-4EC9-8C89-C0462CABD1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4A2BAF-DDC9-487C-A047-811955542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0528F2-B601-4B7B-9C84-B2949059D25B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32747759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95C133-E15F-4F6E-9B9F-EDEB6B5319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H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3E739A8-7356-4290-B4F6-CD753AAD18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H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C7D097-A0E5-4760-A0E9-2FC5B2C7D5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5296B4-54F5-4C95-842A-5037F717EE0B}" type="datetimeFigureOut">
              <a:rPr lang="en-HK" smtClean="0"/>
              <a:t>2/7/2026</a:t>
            </a:fld>
            <a:endParaRPr lang="en-H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AF98AF-7AA4-45B0-92C5-EAA23CC03E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DB87CC-4967-4F24-BF93-166DA0B841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0528F2-B601-4B7B-9C84-B2949059D25B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23677155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15D5A84-05B7-4F57-9B70-B784601AEF1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H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0069B5-370F-4F2A-A4FA-E5D70F73E8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H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D44D83-B757-447F-A6B7-D54EB629CD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5296B4-54F5-4C95-842A-5037F717EE0B}" type="datetimeFigureOut">
              <a:rPr lang="en-HK" smtClean="0"/>
              <a:t>2/7/2026</a:t>
            </a:fld>
            <a:endParaRPr lang="en-H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CF76E9-65EF-4C37-BAD6-ECE056219E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AFF922-CFD3-4C4A-8DDC-03A6CE9637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0528F2-B601-4B7B-9C84-B2949059D25B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27118519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7EA53DC-D814-4036-A097-D72C12926C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H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7DA666-CAFA-4CE4-893F-579317120F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H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5FC49B-50C1-47E4-B0F2-95424677EC7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5296B4-54F5-4C95-842A-5037F717EE0B}" type="datetimeFigureOut">
              <a:rPr lang="en-HK" smtClean="0"/>
              <a:t>2/7/2026</a:t>
            </a:fld>
            <a:endParaRPr lang="en-H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F6CA77-D1CC-4D49-8D8A-CA10E254B8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H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7B733-914A-4BFF-993B-9CFFC5803A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0528F2-B601-4B7B-9C84-B2949059D25B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25104019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E5D74F89-6E05-4F43-B1E8-54A5066A731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K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8F7E82-248B-41E0-9CC8-44081B38A31B}"/>
              </a:ext>
            </a:extLst>
          </p:cNvPr>
          <p:cNvSpPr txBox="1"/>
          <p:nvPr/>
        </p:nvSpPr>
        <p:spPr>
          <a:xfrm rot="16200000">
            <a:off x="4954016" y="2521058"/>
            <a:ext cx="11938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2800" b="1" dirty="0">
                <a:solidFill>
                  <a:schemeClr val="bg1"/>
                </a:solidFill>
                <a:latin typeface="Microsoft GothicNeo" panose="020B0500000101010101" pitchFamily="34" charset="-127"/>
                <a:ea typeface="Microsoft GothicNeo" panose="020B0500000101010101" pitchFamily="34" charset="-127"/>
                <a:cs typeface="Microsoft GothicNeo" panose="020B0500000101010101" pitchFamily="34" charset="-127"/>
              </a:rPr>
              <a:t>巴士</a:t>
            </a:r>
            <a:br>
              <a:rPr lang="en-HK" altLang="zh-TW" sz="2800" b="1" dirty="0">
                <a:solidFill>
                  <a:schemeClr val="bg1"/>
                </a:solidFill>
                <a:latin typeface="Microsoft GothicNeo" panose="020B0500000101010101" pitchFamily="34" charset="-127"/>
                <a:ea typeface="Microsoft GothicNeo" panose="020B0500000101010101" pitchFamily="34" charset="-127"/>
                <a:cs typeface="Microsoft GothicNeo" panose="020B0500000101010101" pitchFamily="34" charset="-127"/>
              </a:rPr>
            </a:br>
            <a:r>
              <a:rPr lang="zh-TW" altLang="en-US" sz="2800" b="1" dirty="0">
                <a:solidFill>
                  <a:schemeClr val="bg1"/>
                </a:solidFill>
                <a:latin typeface="Microsoft GothicNeo" panose="020B0500000101010101" pitchFamily="34" charset="-127"/>
                <a:ea typeface="Microsoft GothicNeo" panose="020B0500000101010101" pitchFamily="34" charset="-127"/>
                <a:cs typeface="Microsoft GothicNeo" panose="020B0500000101010101" pitchFamily="34" charset="-127"/>
              </a:rPr>
              <a:t>站</a:t>
            </a:r>
            <a:endParaRPr lang="en-HK" altLang="zh-TW" sz="2800" b="1" dirty="0">
              <a:solidFill>
                <a:schemeClr val="bg1"/>
              </a:solidFill>
              <a:latin typeface="Microsoft GothicNeo" panose="020B0500000101010101" pitchFamily="34" charset="-127"/>
              <a:ea typeface="Microsoft GothicNeo" panose="020B0500000101010101" pitchFamily="34" charset="-127"/>
              <a:cs typeface="Microsoft GothicNeo" panose="020B0500000101010101" pitchFamily="34" charset="-127"/>
            </a:endParaRPr>
          </a:p>
          <a:p>
            <a:pPr algn="ctr"/>
            <a:r>
              <a:rPr lang="en-HK" sz="2800" b="1" dirty="0">
                <a:solidFill>
                  <a:schemeClr val="bg1"/>
                </a:solidFill>
                <a:latin typeface="Microsoft GothicNeo" panose="020B0500000101010101" pitchFamily="34" charset="-127"/>
                <a:ea typeface="Microsoft GothicNeo" panose="020B0500000101010101" pitchFamily="34" charset="-127"/>
                <a:cs typeface="Microsoft GothicNeo" panose="020B0500000101010101" pitchFamily="34" charset="-127"/>
              </a:rPr>
              <a:t>BUS</a:t>
            </a:r>
            <a:br>
              <a:rPr lang="en-HK" sz="2800" b="1" dirty="0">
                <a:solidFill>
                  <a:schemeClr val="bg1"/>
                </a:solidFill>
                <a:latin typeface="Microsoft GothicNeo" panose="020B0500000101010101" pitchFamily="34" charset="-127"/>
                <a:ea typeface="Microsoft GothicNeo" panose="020B0500000101010101" pitchFamily="34" charset="-127"/>
                <a:cs typeface="Microsoft GothicNeo" panose="020B0500000101010101" pitchFamily="34" charset="-127"/>
              </a:rPr>
            </a:br>
            <a:r>
              <a:rPr lang="en-HK" sz="2800" b="1" dirty="0">
                <a:solidFill>
                  <a:schemeClr val="bg1"/>
                </a:solidFill>
                <a:latin typeface="Microsoft GothicNeo" panose="020B0500000101010101" pitchFamily="34" charset="-127"/>
                <a:ea typeface="Microsoft GothicNeo" panose="020B0500000101010101" pitchFamily="34" charset="-127"/>
                <a:cs typeface="Microsoft GothicNeo" panose="020B0500000101010101" pitchFamily="34" charset="-127"/>
              </a:rPr>
              <a:t>STOP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FF9B307-7020-4B3D-9716-490C68A60DEC}"/>
              </a:ext>
            </a:extLst>
          </p:cNvPr>
          <p:cNvSpPr/>
          <p:nvPr/>
        </p:nvSpPr>
        <p:spPr>
          <a:xfrm>
            <a:off x="4510481" y="2778853"/>
            <a:ext cx="3171038" cy="1566646"/>
          </a:xfrm>
          <a:prstGeom prst="rect">
            <a:avLst/>
          </a:prstGeom>
          <a:noFill/>
          <a:ln w="76200">
            <a:solidFill>
              <a:schemeClr val="bg1"/>
            </a:solidFill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HK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AD696E0-2C37-475D-9165-9EBAD861F878}"/>
              </a:ext>
            </a:extLst>
          </p:cNvPr>
          <p:cNvSpPr/>
          <p:nvPr/>
        </p:nvSpPr>
        <p:spPr>
          <a:xfrm>
            <a:off x="0" y="4025899"/>
            <a:ext cx="12192000" cy="2832101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K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207D5EA-3EE7-4F09-94EB-88FD5F3A8E7E}"/>
              </a:ext>
            </a:extLst>
          </p:cNvPr>
          <p:cNvCxnSpPr/>
          <p:nvPr/>
        </p:nvCxnSpPr>
        <p:spPr>
          <a:xfrm>
            <a:off x="0" y="2525486"/>
            <a:ext cx="12192000" cy="0"/>
          </a:xfrm>
          <a:prstGeom prst="line">
            <a:avLst/>
          </a:prstGeom>
          <a:ln w="57150">
            <a:solidFill>
              <a:schemeClr val="bg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3145F71-A8C1-4636-8E02-D6A5CC424B4B}"/>
              </a:ext>
            </a:extLst>
          </p:cNvPr>
          <p:cNvCxnSpPr/>
          <p:nvPr/>
        </p:nvCxnSpPr>
        <p:spPr>
          <a:xfrm>
            <a:off x="0" y="2416628"/>
            <a:ext cx="12192000" cy="0"/>
          </a:xfrm>
          <a:prstGeom prst="line">
            <a:avLst/>
          </a:prstGeom>
          <a:ln w="57150">
            <a:solidFill>
              <a:schemeClr val="bg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DB5A129A-E153-4C0B-83A5-DA0226663913}"/>
              </a:ext>
            </a:extLst>
          </p:cNvPr>
          <p:cNvSpPr/>
          <p:nvPr/>
        </p:nvSpPr>
        <p:spPr>
          <a:xfrm>
            <a:off x="0" y="0"/>
            <a:ext cx="12192000" cy="91619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K"/>
          </a:p>
        </p:txBody>
      </p:sp>
      <p:sp>
        <p:nvSpPr>
          <p:cNvPr id="12" name="Arrow: Left 11">
            <a:extLst>
              <a:ext uri="{FF2B5EF4-FFF2-40B4-BE49-F238E27FC236}">
                <a16:creationId xmlns:a16="http://schemas.microsoft.com/office/drawing/2014/main" id="{F00E6D32-1C85-4DE3-9F21-CEAE62438E81}"/>
              </a:ext>
            </a:extLst>
          </p:cNvPr>
          <p:cNvSpPr/>
          <p:nvPr/>
        </p:nvSpPr>
        <p:spPr>
          <a:xfrm>
            <a:off x="1805487" y="2977268"/>
            <a:ext cx="1692322" cy="596849"/>
          </a:xfrm>
          <a:prstGeom prst="leftArrow">
            <a:avLst>
              <a:gd name="adj1" fmla="val 50000"/>
              <a:gd name="adj2" fmla="val 117733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K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986D9917-5242-4950-BD9A-9F26ACC780CC}"/>
              </a:ext>
            </a:extLst>
          </p:cNvPr>
          <p:cNvCxnSpPr/>
          <p:nvPr/>
        </p:nvCxnSpPr>
        <p:spPr>
          <a:xfrm flipH="1">
            <a:off x="0" y="3890864"/>
            <a:ext cx="12192000" cy="0"/>
          </a:xfrm>
          <a:prstGeom prst="line">
            <a:avLst/>
          </a:prstGeom>
          <a:ln w="3810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865B5A2-8B91-40FB-ABA0-59372908C7AF}"/>
              </a:ext>
            </a:extLst>
          </p:cNvPr>
          <p:cNvCxnSpPr/>
          <p:nvPr/>
        </p:nvCxnSpPr>
        <p:spPr>
          <a:xfrm flipH="1">
            <a:off x="0" y="3973414"/>
            <a:ext cx="12192000" cy="0"/>
          </a:xfrm>
          <a:prstGeom prst="line">
            <a:avLst/>
          </a:prstGeom>
          <a:ln w="3810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4D6F3FA9-17CD-4298-ACE4-D34364A7E386}"/>
              </a:ext>
            </a:extLst>
          </p:cNvPr>
          <p:cNvCxnSpPr/>
          <p:nvPr/>
        </p:nvCxnSpPr>
        <p:spPr>
          <a:xfrm flipH="1">
            <a:off x="0" y="960623"/>
            <a:ext cx="12192000" cy="0"/>
          </a:xfrm>
          <a:prstGeom prst="line">
            <a:avLst/>
          </a:prstGeom>
          <a:ln w="3810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E29AF41-CDA3-4C43-8DE8-32C446AFB791}"/>
              </a:ext>
            </a:extLst>
          </p:cNvPr>
          <p:cNvCxnSpPr/>
          <p:nvPr/>
        </p:nvCxnSpPr>
        <p:spPr>
          <a:xfrm flipH="1">
            <a:off x="0" y="1043173"/>
            <a:ext cx="12192000" cy="0"/>
          </a:xfrm>
          <a:prstGeom prst="line">
            <a:avLst/>
          </a:prstGeom>
          <a:ln w="3810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Arrow: Left 18">
            <a:extLst>
              <a:ext uri="{FF2B5EF4-FFF2-40B4-BE49-F238E27FC236}">
                <a16:creationId xmlns:a16="http://schemas.microsoft.com/office/drawing/2014/main" id="{16A7E685-0AC4-4BC7-897D-510DD6B5975E}"/>
              </a:ext>
            </a:extLst>
          </p:cNvPr>
          <p:cNvSpPr/>
          <p:nvPr/>
        </p:nvSpPr>
        <p:spPr>
          <a:xfrm rot="10800000">
            <a:off x="8543171" y="1495113"/>
            <a:ext cx="1692322" cy="596849"/>
          </a:xfrm>
          <a:prstGeom prst="leftArrow">
            <a:avLst>
              <a:gd name="adj1" fmla="val 50000"/>
              <a:gd name="adj2" fmla="val 117733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K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C57FFF12-7C6C-42E9-BD1B-0773FC853043}"/>
              </a:ext>
            </a:extLst>
          </p:cNvPr>
          <p:cNvGrpSpPr/>
          <p:nvPr/>
        </p:nvGrpSpPr>
        <p:grpSpPr>
          <a:xfrm>
            <a:off x="4253397" y="4229282"/>
            <a:ext cx="514168" cy="514168"/>
            <a:chOff x="4140898" y="4229282"/>
            <a:chExt cx="514168" cy="514168"/>
          </a:xfrm>
        </p:grpSpPr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07937F23-F13D-469E-923E-A0E813CC63B6}"/>
                </a:ext>
              </a:extLst>
            </p:cNvPr>
            <p:cNvSpPr/>
            <p:nvPr/>
          </p:nvSpPr>
          <p:spPr>
            <a:xfrm>
              <a:off x="4140898" y="4229282"/>
              <a:ext cx="514168" cy="514168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HK"/>
            </a:p>
          </p:txBody>
        </p: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A2B9BF66-FCEB-44EB-8022-02E3CCFA4C28}"/>
                </a:ext>
              </a:extLst>
            </p:cNvPr>
            <p:cNvCxnSpPr>
              <a:cxnSpLocks/>
              <a:stCxn id="20" idx="0"/>
              <a:endCxn id="20" idx="4"/>
            </p:cNvCxnSpPr>
            <p:nvPr/>
          </p:nvCxnSpPr>
          <p:spPr>
            <a:xfrm>
              <a:off x="4397982" y="4229282"/>
              <a:ext cx="0" cy="514168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7446996A-3F36-47DE-9BE0-87D10FE5FF56}"/>
              </a:ext>
            </a:extLst>
          </p:cNvPr>
          <p:cNvSpPr/>
          <p:nvPr/>
        </p:nvSpPr>
        <p:spPr>
          <a:xfrm>
            <a:off x="12324494" y="2634018"/>
            <a:ext cx="2933702" cy="1256846"/>
          </a:xfrm>
          <a:prstGeom prst="rect">
            <a:avLst/>
          </a:prstGeom>
          <a:solidFill>
            <a:schemeClr val="accent2">
              <a:lumMod val="75000"/>
            </a:schemeClr>
          </a:solidFill>
          <a:ln w="3810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HK" sz="6000" b="1" dirty="0"/>
              <a:t>Bus</a:t>
            </a:r>
            <a:endParaRPr lang="en-HK" b="1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C6C568F-D9A2-45A4-BA49-8A8349943E63}"/>
              </a:ext>
            </a:extLst>
          </p:cNvPr>
          <p:cNvSpPr txBox="1"/>
          <p:nvPr/>
        </p:nvSpPr>
        <p:spPr>
          <a:xfrm>
            <a:off x="116113" y="5543434"/>
            <a:ext cx="706845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4000" b="1" dirty="0"/>
              <a:t>Aggressive Mode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D076161-D180-4DCB-AB4D-6729E8F05512}"/>
              </a:ext>
            </a:extLst>
          </p:cNvPr>
          <p:cNvSpPr txBox="1"/>
          <p:nvPr/>
        </p:nvSpPr>
        <p:spPr>
          <a:xfrm>
            <a:off x="116113" y="6251320"/>
            <a:ext cx="70684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I see no one there, so skip.</a:t>
            </a:r>
            <a:endParaRPr lang="en-HK" sz="28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01DC673-11F9-4C0B-A310-7754419C647F}"/>
              </a:ext>
            </a:extLst>
          </p:cNvPr>
          <p:cNvSpPr txBox="1"/>
          <p:nvPr/>
        </p:nvSpPr>
        <p:spPr>
          <a:xfrm>
            <a:off x="7315204" y="5543434"/>
            <a:ext cx="476068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TW" altLang="en-US" sz="4000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進取模式</a:t>
            </a:r>
            <a:endParaRPr lang="en-HK" sz="4000" b="1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41BD3C2-FB29-48D9-A9E1-02C044C894DB}"/>
              </a:ext>
            </a:extLst>
          </p:cNvPr>
          <p:cNvSpPr txBox="1"/>
          <p:nvPr/>
        </p:nvSpPr>
        <p:spPr>
          <a:xfrm>
            <a:off x="5675084" y="6251320"/>
            <a:ext cx="640080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TW" altLang="en-US" sz="28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望見無人，直接飛站。</a:t>
            </a:r>
            <a:endParaRPr lang="en-HK" sz="28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9AE1B98-1DA2-4CAA-90E7-F3E630D8998B}"/>
              </a:ext>
            </a:extLst>
          </p:cNvPr>
          <p:cNvSpPr/>
          <p:nvPr/>
        </p:nvSpPr>
        <p:spPr>
          <a:xfrm>
            <a:off x="4510480" y="4229282"/>
            <a:ext cx="3171039" cy="855383"/>
          </a:xfrm>
          <a:prstGeom prst="rect">
            <a:avLst/>
          </a:prstGeom>
          <a:noFill/>
          <a:ln w="571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24538801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08333E-7 -4.44444E-6 L -1.51732 -4.44444E-6 " pathEditMode="relative" rAng="0" ptsTypes="AA">
                                      <p:cBhvr>
                                        <p:cTn id="6" dur="3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5872" y="0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0" presetClass="exit" presetSubtype="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7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6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3" grpId="0" animBg="1"/>
      <p:bldP spid="23" grpId="1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123</TotalTime>
  <Words>33</Words>
  <Application>Microsoft Office PowerPoint</Application>
  <PresentationFormat>Widescreen</PresentationFormat>
  <Paragraphs>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Microsoft GothicNeo</vt:lpstr>
      <vt:lpstr>Microsoft JhengHei</vt:lpstr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WONG, Wing Yan</dc:creator>
  <cp:lastModifiedBy>Vincent Wong</cp:lastModifiedBy>
  <cp:revision>20</cp:revision>
  <dcterms:created xsi:type="dcterms:W3CDTF">2021-04-20T08:51:14Z</dcterms:created>
  <dcterms:modified xsi:type="dcterms:W3CDTF">2026-07-02T13:19:10Z</dcterms:modified>
</cp:coreProperties>
</file>